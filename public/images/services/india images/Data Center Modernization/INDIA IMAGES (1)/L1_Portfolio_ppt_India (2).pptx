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Ambika</cp:lastModifiedBy>
  <cp:revision>14</cp:revision>
  <dcterms:created xsi:type="dcterms:W3CDTF">2023-06-26T11:39:00Z</dcterms:created>
  <dcterms:modified xsi:type="dcterms:W3CDTF">2023-07-18T11:37:16Z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680BF4F8A8B148DF8F441491AD2D0D8D</vt:lpwstr>
  </property>
  <property fmtid="{D5CDD505-2E9C-101B-9397-08002B2CF9AE}" pid="3" name="KSOProductBuildVer">
    <vt:lpwstr>1033-11.2.0.11219</vt:lpwstr>
  </property>
</Properties>
</file>